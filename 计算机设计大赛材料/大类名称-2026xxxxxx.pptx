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22CF4-F2CD-2E9B-59E5-6144AD8CA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1181B1-A247-EB7F-9FEC-287CC0CB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22465B-A2CB-AF83-679D-D3571A1C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B4D1CB-638B-B7B1-DDED-72D3B29B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D316FD-840A-3224-6C7E-9A1670B5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643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B36FB-D6D0-E755-861A-5C41AA74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30E68-CD23-3A1E-8A57-96946AD9D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6E969B-44CE-7634-317F-1592E819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857F10-FAEA-4459-B362-B3A79E0F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72EB7-33DA-E72D-6796-FC2CDFEF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34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D82D5-A45C-10D9-78B5-64A9C6D1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15BAF9-FFAD-B8BC-F4AC-1353AA20F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FF708E-CCE3-72DD-CAFF-619FF94D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FD3B80-B4CA-69FE-9DF4-574EEFEC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4218D-1289-3E58-0B71-157288B5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89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EE7D3-2935-6736-C36B-6F66ACAA7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713823-F5C2-1F35-308F-8643A8772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6ECC92-44CC-9B7E-8BD9-EB80FBD94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8F7C37-810B-4BB6-79DD-CD5590B1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635474-7F1F-1236-BF00-316A0805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E18931-DDB7-ED4C-1774-CA8453ED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38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7A66DE-E93A-F4FA-53E5-0DE7A61D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CE20BA-E36C-F6DE-D6F9-F5322016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0152F6-3AC9-3056-7169-0402A6C00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0B987C-4B4D-7293-09D6-0398F34AE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6447FC-2848-A622-A1C7-FB7255768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8056EC-C33A-56AF-ACAB-10A3B954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1F24A3-A88C-F07E-BA64-F16CD6BF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638F7E-2AB8-3A67-6D5F-D4F2C41D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86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A8C79-F5DF-43C9-DB23-77653077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0743D5-2156-93E8-4029-ADF6FB73A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6440FE-C045-7914-ECF3-0F36F20E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E3B996-B16E-35E0-8993-9E764479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81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4A25DD-9DAE-F25A-C4E8-C4C5F4B3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84F8F7-4D52-FFD3-2276-95077702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48D2D0-A87A-3FDC-044D-C5EB3AD7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47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28A55-51A9-5AC8-E7A4-299822BCC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8AEF71-511D-CBD7-65FA-F04E1F76A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3C216B-849A-4697-343A-ED375BF19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8A2804-B6D2-2D24-92AD-4FB9D282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16E10B-FCD8-CE41-D78E-E239D14F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E87EFC-F0AF-48FD-09F3-4C0B10E7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82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B3608-D0C3-2E95-3B8A-DB2BCAC8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D8EBCA-78BB-3E67-382B-27617F7B3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2DA93F-6140-716A-EB99-81556446D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BF4815-4BC2-DB2E-A662-880C1178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D56D58-F615-6896-81C3-5C44950C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0B38C4-2578-22E5-75F0-72E2D3E4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3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3CF39-E846-3EF2-1B22-54E813B19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4BE8D1-1B57-CE3B-5EF9-035AAAA4D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28B7C7-FA33-2756-BCEA-CADC72F5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870A5-7512-D408-FD3D-CD84CF0C2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6C4EE0-C761-1043-1E37-E901E36C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0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CE8BA5-4250-32CB-3514-9A359C41E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6AAAD3-4FA4-EC5A-B960-6E5BA266F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EE4D9-4673-4312-F34F-461182826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7200E0-82C8-61C1-7D80-AD525308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665937-CB7A-4127-E1D8-58BD13393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672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BBBF43-CF84-84F5-2A2B-7594A22C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B24587-37C4-90B8-0E7C-0B2C858B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A3637-3E8E-9404-72A7-0E980F3C7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2C48E-FFB5-45E6-A193-FF2DD90346B3}" type="datetimeFigureOut">
              <a:rPr lang="zh-CN" altLang="en-US" smtClean="0"/>
              <a:t>2026/04/24/Friday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E22BAA-F6A1-436B-0C65-28157D2A3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57FB98-C500-2EC7-2794-52E80E48C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070BD-CEE0-46C2-8311-B8827D5E9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99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0AD9F-13EE-0C08-1050-19E1F292E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题目</a:t>
            </a:r>
            <a:r>
              <a:rPr lang="en-US" altLang="zh-CN"/>
              <a:t>(</a:t>
            </a:r>
            <a:r>
              <a:rPr lang="zh-CN" altLang="en-US"/>
              <a:t>第一页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A466A3-05D6-C691-7C66-BAC31A4259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2026  </a:t>
            </a:r>
            <a:r>
              <a:rPr lang="en-US" altLang="zh-CN" sz="4000"/>
              <a:t>XXXXXX</a:t>
            </a:r>
            <a:endParaRPr lang="zh-CN" altLang="en-US" sz="4000"/>
          </a:p>
        </p:txBody>
      </p:sp>
    </p:spTree>
    <p:extLst>
      <p:ext uri="{BB962C8B-B14F-4D97-AF65-F5344CB8AC3E}">
        <p14:creationId xmlns:p14="http://schemas.microsoft.com/office/powerpoint/2010/main" val="229261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CA77F-065B-7BAD-D5F8-B57DA02DB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941AE-00F6-C3B8-FFE5-90E08152D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题目（最后一页）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49EAC8-7DF6-D198-F250-757B2853B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2026  </a:t>
            </a:r>
            <a:r>
              <a:rPr lang="en-US" altLang="zh-CN" sz="4000"/>
              <a:t>XXXXXX</a:t>
            </a:r>
            <a:endParaRPr lang="zh-CN" altLang="en-US" sz="4000"/>
          </a:p>
        </p:txBody>
      </p:sp>
    </p:spTree>
    <p:extLst>
      <p:ext uri="{BB962C8B-B14F-4D97-AF65-F5344CB8AC3E}">
        <p14:creationId xmlns:p14="http://schemas.microsoft.com/office/powerpoint/2010/main" val="117839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题目(第一页)</vt:lpstr>
      <vt:lpstr>题目（最后一页）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YL</dc:creator>
  <cp:lastModifiedBy>YL</cp:lastModifiedBy>
  <cp:revision>1</cp:revision>
  <dcterms:created xsi:type="dcterms:W3CDTF">2026-04-23T22:16:35Z</dcterms:created>
  <dcterms:modified xsi:type="dcterms:W3CDTF">2026-04-23T22:21:22Z</dcterms:modified>
</cp:coreProperties>
</file>